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727D-2B50-D98D-9F1E-1E687603C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1026C-49E4-4471-BAA7-E9A224707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00AB3-2230-63B6-B353-82204738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7025F-2915-2732-E494-212BFDC3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536AB-D335-CD96-7F51-8A972F1E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9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7BBD-C0F0-221E-D516-484429AD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63148-E9DD-641B-611B-EFBBA9F3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FCC2-63FA-8EB2-F624-375C1AAF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2CD7-0FDD-6D9E-8B05-29DEA67B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7E178-EECD-6969-4617-66B41CC6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4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4B86-7018-D7AF-AA1F-B6D1ED2D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7338B-E90C-9A68-7B0D-024599F0E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89EF-A6F5-651D-4E30-029EB5CF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38D08-0EDC-8A18-64CC-434551BF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4B5F-DFBA-281D-F3EE-31CE3A68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4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554E-B239-BED9-901C-9EACA53E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EB92-6EFB-CD8E-3D40-E518FCF41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C22E3-A707-ED60-FA73-FE7B6CA20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8C7B1-DD18-C735-B91E-5801F8D3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B6257-24B6-5963-F67F-4FDD11EC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84AAB-8150-1D7B-E7AD-7FD2C512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23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98E7-CE0D-E875-D128-55418C2C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4D44-8106-F7E0-6DEE-2AE05D44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94813-FF13-8F51-99C4-EE5B1EB64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54578-36A6-6510-E9F0-56568BD85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70342-B7D9-BEEA-887C-F303C01B0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4D255-D210-DBBB-AE36-EBC93A4A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4D812-6CDC-05AD-CE48-47FD5B08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DE8C6-7002-9EF8-E03B-5CECD9A6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9A02-8B67-5B5E-8E98-5086EB43E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3C2A4-47FB-6062-5791-95CC8412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4CCA0-A716-DEC7-EF5E-176CE76F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C8A43-95EB-DA1F-44AF-262DB54F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4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581B8F-F2FE-FF23-6B0D-1C162524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576A8-DE54-BD04-7119-A648D00DF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D3F19-B7A0-757E-DCB4-50E90B42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07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F403-2CEB-C49B-B18F-90DBDF9F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595F-48B0-3B66-C784-BABF0311F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AD6C2-4567-1830-8CB1-10BB16695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7345C-5447-2DE7-1FC7-D1385219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8AB4A-E181-0346-96F4-804B75A5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B4D48-2279-E4F5-03A3-9CBF6FCA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5BA5-00B6-4398-551C-FAF0A142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9B0EF-BECF-090F-AEE0-34967CE59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95D2E-56E6-F079-81E8-69B396A70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B2564-9DDC-9C6D-250B-9C66AB06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4C233-A009-BE6D-005B-2F7AC9B1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B868B-1E3F-4745-A8B4-7EFAAEAF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3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B6A3-C435-17C2-E266-02D71FD9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DDCDD-B04C-0B3D-BCAA-A03C9E463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B0E1A-154A-21B1-9955-E5A6E44B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D39F3-5A30-3041-FED7-E5737BA9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22D50-9F15-F995-0C88-1787C3B6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C4AA5-CE63-94E1-6786-5480C8A68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3CB10-C6DA-34C1-2802-BE35B9A43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20CD3-92FB-7ED2-1E5B-4A75917C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CA7B3-CB61-3B3C-6146-329A6DFC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46B51-3D6B-3F18-D64B-9FACFC02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0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DB580-D8D6-D324-4273-C2C29554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94769-69A6-EE06-69D9-70B10F289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1492-F500-2FFC-FEEC-67158E046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2FD68-5ACA-4951-8692-5D5823DFEF4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D5385-D7C0-5F4B-153D-26A1717F7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44AEF-E41D-7AC0-4F05-3B8EA6D66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0490E-4ACF-48BE-8457-6FD5273F3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55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C1E3-2B57-2B30-F517-2AA2B10AB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F5FC3-3EF8-39A4-470B-8AF6FD7F0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ABD99-F1A4-0200-3D5A-F09DAC9F4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" y="0"/>
            <a:ext cx="12188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9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CEE8-C27B-0ED0-B010-AFA81E07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7E47-7291-33DC-8868-E821E18EF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44F6C-C8FC-C6F5-F5C8-E1F8D9A69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" y="0"/>
            <a:ext cx="12138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4E38-4AAD-B58D-804B-1FBBAB3F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7D8EA-F105-1BD9-B403-1C0A1EAD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631CD-375A-BBB2-1F32-7EBD90A4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7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CE21-6E06-A88F-15F7-9BC12531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0EBE-3D83-AA89-6F84-EABB8E55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95033-73DB-883D-34B4-4942BC00B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4"/>
            <a:ext cx="12192000" cy="683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07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60C5-7B18-CCDC-DBE8-C19EDF1D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9A3D-182C-D241-9A0E-544B4001C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DD781-F65E-F49D-BE10-CE6EE533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2"/>
            <a:ext cx="12192000" cy="682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4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57AD-DA54-E7F0-8858-A5C7612A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4266-9FB7-D55F-C323-77E6C9E07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ACD84-3425-E331-4B79-DA8E0AEE0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91"/>
            <a:ext cx="12192000" cy="67980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DCA61F-487C-88B9-F78F-0BDF91DE76C9}"/>
              </a:ext>
            </a:extLst>
          </p:cNvPr>
          <p:cNvSpPr txBox="1"/>
          <p:nvPr/>
        </p:nvSpPr>
        <p:spPr>
          <a:xfrm>
            <a:off x="488742" y="4734342"/>
            <a:ext cx="40155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https://github.com/DruhanShah/indic-morpho-semantic-circuits/blob/main/Code/shenanigans/analysis.ipynb</a:t>
            </a:r>
          </a:p>
          <a:p>
            <a:endParaRPr lang="en-IN" sz="1100" dirty="0">
              <a:solidFill>
                <a:schemeClr val="bg1"/>
              </a:solidFill>
              <a:effectLst/>
            </a:endParaRPr>
          </a:p>
          <a:p>
            <a:r>
              <a:rPr lang="en-IN" sz="1100" dirty="0">
                <a:solidFill>
                  <a:schemeClr val="bg1"/>
                </a:solidFill>
                <a:effectLst/>
              </a:rPr>
              <a:t>https://github.com/DruhanShah/indic-morpho-semantic-circuits/blob/main/Code/hindi-tinystories.ipynb</a:t>
            </a:r>
            <a:br>
              <a:rPr lang="en-IN" sz="1100" dirty="0">
                <a:solidFill>
                  <a:schemeClr val="bg1"/>
                </a:solidFill>
                <a:effectLst/>
              </a:rPr>
            </a:br>
            <a:endParaRPr lang="en-IN" sz="1100" dirty="0">
              <a:solidFill>
                <a:schemeClr val="bg1"/>
              </a:solidFill>
              <a:effectLst/>
            </a:endParaRPr>
          </a:p>
          <a:p>
            <a:r>
              <a:rPr lang="en-IN" sz="1100" dirty="0">
                <a:solidFill>
                  <a:schemeClr val="bg1"/>
                </a:solidFill>
                <a:effectLst/>
              </a:rPr>
              <a:t>https://github.com/DruhanShah/indic-morpho-semantic-circuits/tree/main/Code/mech</a:t>
            </a:r>
          </a:p>
          <a:p>
            <a:br>
              <a:rPr lang="en-IN" sz="1100" dirty="0">
                <a:solidFill>
                  <a:schemeClr val="bg1"/>
                </a:solidFill>
                <a:effectLst/>
              </a:rPr>
            </a:br>
            <a:endParaRPr lang="en-IN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35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407D-0256-7154-CAA7-D88244D1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2A9D7-B3CD-877D-4239-3DD8051F2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B1690-D33E-43AE-4899-BA71739C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5"/>
            <a:ext cx="12192000" cy="680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46EA-81EF-1F5A-F01C-E4139082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E9A2-04F2-F6E7-A4F1-AA3A5AB65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957B9-BB74-CAEA-8D31-B8D5B44C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9"/>
            <a:ext cx="12192000" cy="68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53B1-DBD9-FC65-0F40-4359824F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2609-1EEB-C487-5202-96499E3C4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28DDA-8DBF-E4D4-8A80-87F3DDD8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12"/>
            <a:ext cx="12192000" cy="680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DAD6-D2F3-9C02-F5BB-0FEC6299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A6CC-FCFC-6510-DB78-BA77D1883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28D91-7253-B5B8-AD6F-04E52F549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99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A457-C971-969D-03EF-68B83EEE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995A-149E-1A92-909C-83AE500F9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30DB1-77E6-6192-6E88-730677BE1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9"/>
            <a:ext cx="12192000" cy="68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E8A9-5C5C-898D-9F67-99807814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7326-24F7-F921-8B2D-2DF38F791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1F33A-F85F-5E12-5DFE-D1820F61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" y="0"/>
            <a:ext cx="12186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F29C-D028-AB1F-01FF-A6797827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71E2-7A12-AFC1-D1C3-B5B1E903B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4D9E7-EA79-81B4-E96F-32EC419FA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5"/>
            <a:ext cx="12192000" cy="683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9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0DCE-A37B-9A22-4559-BB4CD4A7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50244-0303-7C0D-4B18-42016469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D9AF6-6DEA-48B3-AC30-CC350161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0"/>
            <a:ext cx="12192000" cy="682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6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6FD0-7922-BD36-F41D-4550AF94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CDB5-14F7-DE48-C10A-9C96FDA25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88BA83-5CC4-2B6B-A743-B58B827B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2"/>
            <a:ext cx="12192000" cy="682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2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</Words>
  <Application>Microsoft Office PowerPoint</Application>
  <PresentationFormat>Widescreen</PresentationFormat>
  <Paragraphs>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Krishnadas Bhagwat</dc:creator>
  <cp:lastModifiedBy>Anshul Krishnadas Bhagwat</cp:lastModifiedBy>
  <cp:revision>1</cp:revision>
  <dcterms:created xsi:type="dcterms:W3CDTF">2025-11-07T19:18:03Z</dcterms:created>
  <dcterms:modified xsi:type="dcterms:W3CDTF">2025-11-07T19:26:24Z</dcterms:modified>
</cp:coreProperties>
</file>